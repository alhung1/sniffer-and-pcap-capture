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846320" cy="6858000"/>
          </a:xfrm>
          <a:prstGeom prst="rect">
            <a:avLst/>
          </a:prstGeom>
          <a:solidFill>
            <a:srgbClr val="0066B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931920" cy="6858000"/>
          </a:xfrm>
          <a:prstGeom prst="rect">
            <a:avLst/>
          </a:prstGeom>
          <a:solidFill>
            <a:srgbClr val="00A0D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Sniffer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Control Panel v4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A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WiFi packet capture tool for OpenWrt routers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2.4G / 5G / 6G tri-band capture in Monitor Mode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286000"/>
            <a:ext cx="1645920" cy="1645920"/>
          </a:xfrm>
          <a:prstGeom prst="rect">
            <a:avLst/>
          </a:prstGeom>
        </p:spPr>
      </p:pic>
      <p:pic>
        <p:nvPicPr>
          <p:cNvPr id="8" name="Image 1" descr="/sessions/compassionate-nifty-hawking/netgear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60720"/>
            <a:ext cx="1828800" cy="274320"/>
          </a:xfrm>
          <a:prstGeom prst="rect">
            <a:avLst/>
          </a:prstGeom>
        </p:spPr>
      </p:pic>
      <p:pic>
        <p:nvPicPr>
          <p:cNvPr id="9" name="Image 2" descr="/sessions/compassionate-nifty-hawking/brand_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8328" y="0"/>
            <a:ext cx="393192" cy="6858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2688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NETGEAR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1F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47472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0066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556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Tri-Band Capture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WiFi packets on 2.4G, 5G, and 6G bands simultaneously using tcpdump in Monitor Mode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06240" y="1371600"/>
            <a:ext cx="347472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645920"/>
            <a:ext cx="640080" cy="640080"/>
          </a:xfrm>
          <a:prstGeom prst="ellipse">
            <a:avLst/>
          </a:prstGeom>
          <a:solidFill>
            <a:srgbClr val="0066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75564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GUI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80560" y="24688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control panel - no additional software needed. Runs on any PC with Python + SSH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371600"/>
            <a:ext cx="347472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645920"/>
            <a:ext cx="640080" cy="640080"/>
          </a:xfrm>
          <a:prstGeom prst="ellipse">
            <a:avLst/>
          </a:prstGeom>
          <a:solidFill>
            <a:srgbClr val="0066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75564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OpenWrt Router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21040" y="24688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router via SSH. Manages channel config, starts/stops capture, downloads pcap files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3152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731520" y="47548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paramiko - uses native OpenSSH only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config (channel, file-split, capture info)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file size monitoring during capture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pcap filenames with Product Name + SW Version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on all API endpoints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0080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400800" y="4846320"/>
            <a:ext cx="1828800" cy="1097280"/>
          </a:xfrm>
          <a:prstGeom prst="rect">
            <a:avLst/>
          </a:prstGeom>
          <a:solidFill>
            <a:srgbClr val="0066B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400800" y="48463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PC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412480" y="5120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321040" y="5394960"/>
            <a:ext cx="1188720" cy="0"/>
          </a:xfrm>
          <a:prstGeom prst="line">
            <a:avLst/>
          </a:prstGeom>
          <a:noFill/>
          <a:ln w="25400">
            <a:solidFill>
              <a:srgbClr val="00A0DF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9601200" y="4846320"/>
            <a:ext cx="1828800" cy="1097280"/>
          </a:xfrm>
          <a:prstGeom prst="rect">
            <a:avLst/>
          </a:prstGeom>
          <a:solidFill>
            <a:srgbClr val="1A1F7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9601200" y="48463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OpenWrt Router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+ iwconfig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400800" y="6126480"/>
            <a:ext cx="1828800" cy="4572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9" name="Text 24"/>
          <p:cNvSpPr/>
          <p:nvPr/>
        </p:nvSpPr>
        <p:spPr>
          <a:xfrm>
            <a:off x="6400800" y="6126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(localhost:5000)</a:t>
            </a:r>
            <a:endParaRPr lang="en-US" sz="900" dirty="0"/>
          </a:p>
        </p:txBody>
      </p:sp>
      <p:pic>
        <p:nvPicPr>
          <p:cNvPr id="30" name="Image 3" descr="/sessions/compassionate-nifty-hawking/brand_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8328" y="0"/>
            <a:ext cx="393192" cy="68580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32688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NETGEAR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1F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303520" cy="548640"/>
          </a:xfrm>
          <a:prstGeom prst="rect">
            <a:avLst/>
          </a:prstGeom>
          <a:solidFill>
            <a:srgbClr val="0066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8016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from python.org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546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OpenSSH Client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28016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Settings &gt; Apps &gt; Optional Features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6052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Flask-SocketIO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28016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requirements_v4.txt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16636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5120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1280160" y="5440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Edge / Firefox recommended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solidFill>
            <a:srgbClr val="1A1F71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41732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58000" y="1371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Setup</a:t>
            </a:r>
            <a:endParaRPr lang="en-US" sz="16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148840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4944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OpenWrt Router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694944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with SSH access enabled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154680"/>
            <a:ext cx="274320" cy="2743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94944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 Auth</a:t>
            </a:r>
            <a:endParaRPr lang="en-US" sz="1400" dirty="0"/>
          </a:p>
        </p:txBody>
      </p:sp>
      <p:sp>
        <p:nvSpPr>
          <p:cNvPr id="29" name="Text 19"/>
          <p:cNvSpPr/>
          <p:nvPr/>
        </p:nvSpPr>
        <p:spPr>
          <a:xfrm>
            <a:off x="694944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root@192.168.1.1 (passwordless)</a:t>
            </a:r>
            <a:endParaRPr lang="en-US" sz="11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160520"/>
            <a:ext cx="274320" cy="2743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94944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694944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interfaces in Monitor Mode</a:t>
            </a:r>
            <a:endParaRPr lang="en-US" sz="11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5166360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949440" y="5120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400" dirty="0"/>
          </a:p>
        </p:txBody>
      </p:sp>
      <p:sp>
        <p:nvSpPr>
          <p:cNvPr id="35" name="Text 23"/>
          <p:cNvSpPr/>
          <p:nvPr/>
        </p:nvSpPr>
        <p:spPr>
          <a:xfrm>
            <a:off x="6949440" y="5440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and router on same network</a:t>
            </a:r>
            <a:endParaRPr lang="en-US" sz="1100" dirty="0"/>
          </a:p>
        </p:txBody>
      </p:sp>
      <p:pic>
        <p:nvPicPr>
          <p:cNvPr id="36" name="Image 10" descr="/sessions/compassionate-nifty-hawking/brand_ba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68328" y="0"/>
            <a:ext cx="393192" cy="685800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32688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NETGEAR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1F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Layout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6858000" cy="5029200"/>
          </a:xfrm>
          <a:prstGeom prst="rect">
            <a:avLst/>
          </a:prstGeom>
          <a:solidFill>
            <a:srgbClr val="F8F9FA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6858000" cy="411480"/>
          </a:xfrm>
          <a:prstGeom prst="rect">
            <a:avLst/>
          </a:prstGeom>
          <a:solidFill>
            <a:srgbClr val="1A1F7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98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Sniffer Web Control Panel v4.0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6583680" cy="320040"/>
          </a:xfrm>
          <a:prstGeom prst="rect">
            <a:avLst/>
          </a:prstGeom>
          <a:solidFill>
            <a:srgbClr val="E6F4EA"/>
          </a:solidFill>
          <a:ln w="6350">
            <a:solidFill>
              <a:srgbClr val="A8D5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Connected: root@192.168.1.1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194560"/>
            <a:ext cx="6583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Configuration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487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2.4G: CH 6  |  HT40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05840" y="26883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5G: CH 36  |  EHT160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5840" y="28895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6G: CH 37  |  EHT320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577840" y="2514600"/>
            <a:ext cx="1280160" cy="320040"/>
          </a:xfrm>
          <a:prstGeom prst="rect">
            <a:avLst/>
          </a:prstGeom>
          <a:solidFill>
            <a:srgbClr val="0066B2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25146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Config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" y="3291840"/>
            <a:ext cx="65836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8328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Split: 100 MB  |  Capture Info: Product Name [ RAX50 ]  SW Version [ V1.0.3.120 ]  [Save]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4114800"/>
            <a:ext cx="6583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251960"/>
            <a:ext cx="128016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51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2G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77440" y="4251960"/>
            <a:ext cx="128016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2" name="Text 20"/>
          <p:cNvSpPr/>
          <p:nvPr/>
        </p:nvSpPr>
        <p:spPr>
          <a:xfrm>
            <a:off x="2377440" y="4251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5G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931920" y="4251960"/>
            <a:ext cx="128016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4251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6G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0" y="4251960"/>
            <a:ext cx="128016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4251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All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5800" y="4846320"/>
            <a:ext cx="6583680" cy="1371600"/>
          </a:xfrm>
          <a:prstGeom prst="rect">
            <a:avLst/>
          </a:prstGeom>
          <a:solidFill>
            <a:srgbClr val="1A202C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Status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2.4G: Capturing...  Duration: 00:02:35  File Size: 12.4 MB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5G:   Idle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6G:   Idle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772400" y="1371600"/>
            <a:ext cx="4114800" cy="8686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638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SSH Connection Status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6384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if router is reachable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0" y="2148840"/>
            <a:ext cx="4114800" cy="8686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86384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Channel Configuration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86384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band, channel, bandwidth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click Apply Config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72400" y="3429000"/>
            <a:ext cx="4114800" cy="8686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86384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Capture Info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863840" y="3794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Product Name + SW Version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pcap filename prefix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72400" y="4251960"/>
            <a:ext cx="4114800" cy="8686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863840" y="4297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Capture Controls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863840" y="4617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Stop per band or all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change color by state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72400" y="5257800"/>
            <a:ext cx="4114800" cy="8686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863840" y="5303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Live Status Panel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63840" y="5623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duration, file size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every 3 seconds</a:t>
            </a:r>
            <a:endParaRPr lang="en-US" sz="1000" dirty="0"/>
          </a:p>
        </p:txBody>
      </p:sp>
      <p:pic>
        <p:nvPicPr>
          <p:cNvPr id="45" name="Image 0" descr="/sessions/compassionate-nifty-hawking/brand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8328" y="0"/>
            <a:ext cx="393192" cy="685800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932688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NETGEAR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1F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Launch the Server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137160"/>
            <a:ext cx="731520" cy="731520"/>
          </a:xfrm>
          <a:prstGeom prst="ellipse">
            <a:avLst/>
          </a:prstGeom>
          <a:solidFill>
            <a:srgbClr val="00A0D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411480" cy="411480"/>
          </a:xfrm>
          <a:prstGeom prst="ellipse">
            <a:avLst/>
          </a:prstGeom>
          <a:solidFill>
            <a:srgbClr val="0066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start_server_v4.bat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719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batch file checks Python, SSH, and dependencies automatically.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411480" cy="411480"/>
          </a:xfrm>
          <a:prstGeom prst="ellipse">
            <a:avLst/>
          </a:prstGeom>
          <a:solidFill>
            <a:srgbClr val="0066B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server startup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953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will show: "Server running at http://127.0.0.1:5000"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0066B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opens automatically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1879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not, manually navigate to http://127.0.0.1:5000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5120640"/>
            <a:ext cx="411480" cy="411480"/>
          </a:xfrm>
          <a:prstGeom prst="ellipse">
            <a:avLst/>
          </a:prstGeom>
          <a:solidFill>
            <a:srgbClr val="0066B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120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SSH connection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5422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status bar = connected. Red = check network/SSH setup.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1371600"/>
            <a:ext cx="5029200" cy="4572000"/>
          </a:xfrm>
          <a:prstGeom prst="rect">
            <a:avLst/>
          </a:prstGeom>
          <a:solidFill>
            <a:srgbClr val="1A202C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1371600"/>
            <a:ext cx="5029200" cy="3200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Prompt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182880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WiFi Sniffer Web Control Panel  v4.0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URL     : http://127.0.0.1:5000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Debug   : False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SocketIO: True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    : 0.0.0.0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SSH pre-check: OK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Server started successfully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Polling mode active (3s interval)</a:t>
            </a:r>
            <a:endParaRPr lang="en-US" sz="900" dirty="0"/>
          </a:p>
        </p:txBody>
      </p:sp>
      <p:pic>
        <p:nvPicPr>
          <p:cNvPr id="26" name="Image 0" descr="/sessions/compassionate-nifty-hawking/brand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8328" y="0"/>
            <a:ext cx="393192" cy="6858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32688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NETGEAR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1F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Configure WiFi Channels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137160"/>
            <a:ext cx="731520" cy="731520"/>
          </a:xfrm>
          <a:prstGeom prst="ellipse">
            <a:avLst/>
          </a:prstGeom>
          <a:solidFill>
            <a:srgbClr val="00A0D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858000" cy="4114800"/>
          </a:xfrm>
          <a:prstGeom prst="rect">
            <a:avLst/>
          </a:prstGeom>
          <a:solidFill>
            <a:srgbClr val="F8F9FA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Configuration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6492240" cy="365760"/>
          </a:xfrm>
          <a:prstGeom prst="rect">
            <a:avLst/>
          </a:prstGeom>
          <a:solidFill>
            <a:srgbClr val="0066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Options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286000"/>
            <a:ext cx="64922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86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2286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286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HT20, HT40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77840" y="2286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iwconfig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2697480"/>
            <a:ext cx="649224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6974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36-165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HT20/40, VHT80, EHT160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iwconfig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108960"/>
            <a:ext cx="64922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1089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5920" y="3108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1-233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3108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EHT80/160/320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3108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cfg80211tool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Configure: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Select band dropdown (2.4G / 5G / 6G)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343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Choose channel from the dropdown list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Select bandwidth (HT20, VHT80, EHT160, etc.)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983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Click "Apply Config &amp; Restart WiFi"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303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Wait for verification (green = success)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0" y="1280160"/>
            <a:ext cx="3931920" cy="50292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0" y="1280160"/>
            <a:ext cx="3931920" cy="457200"/>
          </a:xfrm>
          <a:prstGeom prst="rect">
            <a:avLst/>
          </a:prstGeom>
          <a:solidFill>
            <a:srgbClr val="DD6B20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25880"/>
            <a:ext cx="320040" cy="3200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32104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Notes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80467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Verification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046720" y="21945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reads back actual channel from router to confirm. Uses iwconfig frequency parsing for 2G/5G, cfg80211tool for 6G.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04672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Limitations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046720" y="3291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6G channels work on every hardware. Channels 65-221 are supported. Channels 1-61 and 225-233 may return error -22.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804672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Kills Captures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046720" y="4389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config stops all running tcpdump processes. Stop captures first if needed.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046720" y="5212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Persistence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046720" y="5486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are saved to ~/.wifi_sniffer/config.json and restored on next launch.</a:t>
            </a:r>
            <a:endParaRPr lang="en-US" sz="1000" dirty="0"/>
          </a:p>
        </p:txBody>
      </p:sp>
      <p:pic>
        <p:nvPicPr>
          <p:cNvPr id="46" name="Image 1" descr="/sessions/compassionate-nifty-hawking/brand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328" y="0"/>
            <a:ext cx="393192" cy="685800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932688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NETGEAR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1F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Set Capture Info (Product &amp; SW Version)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137160"/>
            <a:ext cx="731520" cy="731520"/>
          </a:xfrm>
          <a:prstGeom prst="ellipse">
            <a:avLst/>
          </a:prstGeom>
          <a:solidFill>
            <a:srgbClr val="00A0D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85800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920240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RAX50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Version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2423160"/>
            <a:ext cx="2011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V1.0.3.120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423160"/>
            <a:ext cx="914400" cy="365760"/>
          </a:xfrm>
          <a:prstGeom prst="rect">
            <a:avLst/>
          </a:prstGeom>
          <a:solidFill>
            <a:srgbClr val="0066B2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2423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info saved successfully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1097280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11480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8016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Capture Info Affects Filenames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296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Filename Format: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22960" y="4937760"/>
            <a:ext cx="685800" cy="365760"/>
          </a:xfrm>
          <a:prstGeom prst="rect">
            <a:avLst/>
          </a:prstGeom>
          <a:solidFill>
            <a:srgbClr val="0066B2">
              <a:alpha val="1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9377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RAX50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2960" y="53492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508760" y="493776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719072" y="4937760"/>
            <a:ext cx="1280160" cy="365760"/>
          </a:xfrm>
          <a:prstGeom prst="rect">
            <a:avLst/>
          </a:prstGeom>
          <a:solidFill>
            <a:srgbClr val="DD6B20">
              <a:alpha val="1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719072" y="4937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V1.0.3.120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719072" y="5349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Ver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999232" y="493776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209544" y="4937760"/>
            <a:ext cx="329184" cy="365760"/>
          </a:xfrm>
          <a:prstGeom prst="rect">
            <a:avLst/>
          </a:prstGeom>
          <a:solidFill>
            <a:srgbClr val="38A169">
              <a:alpha val="1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3209544" y="4937760"/>
            <a:ext cx="329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5G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209544" y="534924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538728" y="493776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3749040" y="4937760"/>
            <a:ext cx="923544" cy="365760"/>
          </a:xfrm>
          <a:prstGeom prst="rect">
            <a:avLst/>
          </a:prstGeom>
          <a:solidFill>
            <a:srgbClr val="4A5568">
              <a:alpha val="15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3749040" y="4937760"/>
            <a:ext cx="923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sniffer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749040" y="5349240"/>
            <a:ext cx="923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72584" y="493776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882896" y="4937760"/>
            <a:ext cx="1042416" cy="365760"/>
          </a:xfrm>
          <a:prstGeom prst="rect">
            <a:avLst/>
          </a:prstGeom>
          <a:solidFill>
            <a:srgbClr val="00A0DF">
              <a:alpha val="15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4882896" y="4937760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20260405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882896" y="5349240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A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925312" y="493776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135624" y="4937760"/>
            <a:ext cx="804672" cy="365760"/>
          </a:xfrm>
          <a:prstGeom prst="rect">
            <a:avLst/>
          </a:prstGeom>
          <a:solidFill>
            <a:srgbClr val="00A0DF">
              <a:alpha val="15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6135624" y="4937760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143022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135624" y="53492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A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940296" y="4937760"/>
            <a:ext cx="685800" cy="365760"/>
          </a:xfrm>
          <a:prstGeom prst="rect">
            <a:avLst/>
          </a:prstGeom>
          <a:solidFill>
            <a:srgbClr val="2D3748">
              <a:alpha val="15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6940296" y="49377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.pcap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6940296" y="53492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822960" y="5669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22960" y="5943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info:   RAX50_V1.0.3.120_5G_sniffer_20260405_143022.pcap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info: 5G_sniffer_20260405_143022.pcap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777240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</a:t>
            </a:r>
            <a:endParaRPr lang="en-US" sz="1200" dirty="0"/>
          </a:p>
        </p:txBody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937760"/>
            <a:ext cx="182880" cy="182880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8046720" y="4892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30 characters per field</a:t>
            </a:r>
            <a:endParaRPr lang="en-US" sz="1000" dirty="0"/>
          </a:p>
        </p:txBody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257800"/>
            <a:ext cx="182880" cy="182880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8046720" y="5212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a-z, A-Z, 0-9, . _ -</a:t>
            </a:r>
            <a:endParaRPr lang="en-US" sz="1000" dirty="0"/>
          </a:p>
        </p:txBody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5577840"/>
            <a:ext cx="182880" cy="18288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804672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fields are optional</a:t>
            </a:r>
            <a:endParaRPr lang="en-US" sz="1000" dirty="0"/>
          </a:p>
        </p:txBody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5897880"/>
            <a:ext cx="182880" cy="182880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804672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persistently to config</a:t>
            </a:r>
            <a:endParaRPr lang="en-US" sz="1000" dirty="0"/>
          </a:p>
        </p:txBody>
      </p:sp>
      <p:pic>
        <p:nvPicPr>
          <p:cNvPr id="58" name="Image 5" descr="/sessions/compassionate-nifty-hawking/brand_b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68328" y="0"/>
            <a:ext cx="393192" cy="6858000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932688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NETGEAR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1F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Start &amp; Monitor Capture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137160"/>
            <a:ext cx="731520" cy="731520"/>
          </a:xfrm>
          <a:prstGeom prst="ellipse">
            <a:avLst/>
          </a:prstGeom>
          <a:solidFill>
            <a:srgbClr val="00A0D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Control Buttons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463040" cy="4572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2G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capture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1828800"/>
            <a:ext cx="1463040" cy="4572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2G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running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1463040" cy="4572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all 3 bands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0" y="2834640"/>
            <a:ext cx="1463040" cy="4572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all bands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Panel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6400800" cy="2103120"/>
          </a:xfrm>
          <a:prstGeom prst="rect">
            <a:avLst/>
          </a:prstGeom>
          <a:solidFill>
            <a:srgbClr val="1A202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48056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   Status       Duration    File Size    File Count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2.4G   Capturing    00:05:12    24.3 MB      1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5G     Capturing    00:05:12    48.7 MB      1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6G     Idle         --:--:--    --           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0" y="1280160"/>
            <a:ext cx="4114800" cy="52120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057400"/>
            <a:ext cx="228600" cy="228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1381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Command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138160" y="2331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tcpdump command to router via SSH. Captures in Monitor Mode on the selected interface.</a:t>
            </a:r>
            <a:endParaRPr lang="en-US" sz="10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154680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13816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138160" y="3429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panel polls every 3 seconds. Shows duration, file size, and file count for each band.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251960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13816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Split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8138160" y="4526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file size exceeds the split threshold (default 100MB), a new capture file is started automatically.</a:t>
            </a:r>
            <a:endParaRPr lang="en-US" sz="10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5349240"/>
            <a:ext cx="228600" cy="2286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138160" y="5303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8138160" y="5623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runs in background on router. You can start multiple bands and they run in parallel.</a:t>
            </a:r>
            <a:endParaRPr lang="en-US" sz="1000" dirty="0"/>
          </a:p>
        </p:txBody>
      </p:sp>
      <p:pic>
        <p:nvPicPr>
          <p:cNvPr id="36" name="Image 4" descr="/sessions/compassionate-nifty-hawking/brand_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68328" y="0"/>
            <a:ext cx="393192" cy="68580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32688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NETGEAR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1F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Stop Capture &amp; Download Files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0" y="137160"/>
            <a:ext cx="731520" cy="731520"/>
          </a:xfrm>
          <a:prstGeom prst="ellipse">
            <a:avLst/>
          </a:prstGeom>
          <a:solidFill>
            <a:srgbClr val="00A0D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137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Workflow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365760" cy="36576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Stop button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"Stop 2G/5G/6G" or "Stop All" to end capture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terminated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sends kill signal to tcpdump process on router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365760" cy="365760"/>
          </a:xfrm>
          <a:prstGeom prst="ellipse">
            <a:avLst/>
          </a:prstGeom>
          <a:solidFill>
            <a:srgbClr val="0066B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downloaded via SCP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files are copied from router to local PC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365760" cy="365760"/>
          </a:xfrm>
          <a:prstGeom prst="ellipse">
            <a:avLst/>
          </a:prstGeom>
          <a:solidFill>
            <a:srgbClr val="0066B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saved locally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appear in the download folder with the naming convention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5943600" cy="914400"/>
          </a:xfrm>
          <a:prstGeom prst="rect">
            <a:avLst/>
          </a:prstGeom>
          <a:solidFill>
            <a:srgbClr val="FFF8E7"/>
          </a:solidFill>
          <a:ln w="12700">
            <a:solidFill>
              <a:srgbClr val="F0D06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23560"/>
            <a:ext cx="320040" cy="320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4300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Location: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43000" y="5897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folder as wifi_sniffer_web_control_v4.py (project root)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858000" y="1371600"/>
            <a:ext cx="4846320" cy="5029200"/>
          </a:xfrm>
          <a:prstGeom prst="rect">
            <a:avLst/>
          </a:prstGeom>
          <a:solidFill>
            <a:srgbClr val="1A202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858000" y="1371600"/>
            <a:ext cx="4846320" cy="3200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9" name="Text 26"/>
          <p:cNvSpPr/>
          <p:nvPr/>
        </p:nvSpPr>
        <p:spPr>
          <a:xfrm>
            <a:off x="704088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Files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40880" y="1828800"/>
            <a:ext cx="4480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Folder/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RAX50_V1.0.3.120_2G_sniffer_20260405_143022.pcap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RAX50_V1.0.3.120_5G_sniffer_20260405_143022.pcap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RAX50_V1.0.3.120_6G_sniffer_20260405_143022.pcap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with Wireshark for analysis: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wireshark RAX50_V1.0.3.120_5G_*.pcap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Easily identify captures by: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  -&gt;  RAX50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Firmware -&gt;  V1.0.3.120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Band     -&gt;  2G / 5G / 6G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     -&gt;  20260405_143022</a:t>
            </a:r>
            <a:endParaRPr lang="en-US" sz="1000" dirty="0"/>
          </a:p>
        </p:txBody>
      </p:sp>
      <p:pic>
        <p:nvPicPr>
          <p:cNvPr id="31" name="Image 1" descr="/sessions/compassionate-nifty-hawking/brand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328" y="0"/>
            <a:ext cx="393192" cy="68580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932688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NETGEAR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Complete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1920240" cy="2377440"/>
          </a:xfrm>
          <a:prstGeom prst="rect">
            <a:avLst/>
          </a:prstGeom>
          <a:solidFill>
            <a:srgbClr val="0066B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645920"/>
            <a:ext cx="548640" cy="548640"/>
          </a:xfrm>
          <a:prstGeom prst="ellipse">
            <a:avLst/>
          </a:prstGeom>
          <a:solidFill>
            <a:srgbClr val="00A0D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774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.bat file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46888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97480" y="1463040"/>
            <a:ext cx="1920240" cy="2377440"/>
          </a:xfrm>
          <a:prstGeom prst="rect">
            <a:avLst/>
          </a:prstGeom>
          <a:solidFill>
            <a:srgbClr val="0066B2">
              <a:alpha val="6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3383280" y="1645920"/>
            <a:ext cx="548640" cy="548640"/>
          </a:xfrm>
          <a:prstGeom prst="ellipse">
            <a:avLst/>
          </a:prstGeom>
          <a:solidFill>
            <a:srgbClr val="00A0DF"/>
          </a:solidFill>
          <a:ln/>
        </p:spPr>
      </p:sp>
      <p:sp>
        <p:nvSpPr>
          <p:cNvPr id="12" name="Text 8"/>
          <p:cNvSpPr/>
          <p:nvPr/>
        </p:nvSpPr>
        <p:spPr>
          <a:xfrm>
            <a:off x="33832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3774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9748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69748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channel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bandwidth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46888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29200" y="1463040"/>
            <a:ext cx="1920240" cy="2377440"/>
          </a:xfrm>
          <a:prstGeom prst="rect">
            <a:avLst/>
          </a:prstGeom>
          <a:solidFill>
            <a:srgbClr val="0066B2">
              <a:alpha val="60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5715000" y="1645920"/>
            <a:ext cx="548640" cy="548640"/>
          </a:xfrm>
          <a:prstGeom prst="ellipse">
            <a:avLst/>
          </a:prstGeom>
          <a:solidFill>
            <a:srgbClr val="00A0DF"/>
          </a:solidFill>
          <a:ln/>
        </p:spPr>
      </p:sp>
      <p:sp>
        <p:nvSpPr>
          <p:cNvPr id="19" name="Text 13"/>
          <p:cNvSpPr/>
          <p:nvPr/>
        </p:nvSpPr>
        <p:spPr>
          <a:xfrm>
            <a:off x="57150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37744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2920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Info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02920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version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2468880"/>
            <a:ext cx="274320" cy="2743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360920" y="1463040"/>
            <a:ext cx="1920240" cy="2377440"/>
          </a:xfrm>
          <a:prstGeom prst="rect">
            <a:avLst/>
          </a:prstGeom>
          <a:solidFill>
            <a:srgbClr val="0066B2">
              <a:alpha val="60000"/>
            </a:srgbClr>
          </a:solidFill>
          <a:ln/>
        </p:spPr>
      </p:sp>
      <p:sp>
        <p:nvSpPr>
          <p:cNvPr id="25" name="Shape 17"/>
          <p:cNvSpPr/>
          <p:nvPr/>
        </p:nvSpPr>
        <p:spPr>
          <a:xfrm>
            <a:off x="8046720" y="1645920"/>
            <a:ext cx="548640" cy="548640"/>
          </a:xfrm>
          <a:prstGeom prst="ellipse">
            <a:avLst/>
          </a:prstGeom>
          <a:solidFill>
            <a:srgbClr val="00A0DF"/>
          </a:solidFill>
          <a:ln/>
        </p:spPr>
      </p:sp>
      <p:sp>
        <p:nvSpPr>
          <p:cNvPr id="26" name="Text 18"/>
          <p:cNvSpPr/>
          <p:nvPr/>
        </p:nvSpPr>
        <p:spPr>
          <a:xfrm>
            <a:off x="80467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2377440"/>
            <a:ext cx="502920" cy="5029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36092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736092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bands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live</a:t>
            </a:r>
            <a:endParaRPr lang="en-US" sz="10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2468880"/>
            <a:ext cx="274320" cy="27432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9692640" y="1463040"/>
            <a:ext cx="1920240" cy="2377440"/>
          </a:xfrm>
          <a:prstGeom prst="rect">
            <a:avLst/>
          </a:prstGeom>
          <a:solidFill>
            <a:srgbClr val="0066B2">
              <a:alpha val="60000"/>
            </a:srgbClr>
          </a:solidFill>
          <a:ln/>
        </p:spPr>
      </p:sp>
      <p:sp>
        <p:nvSpPr>
          <p:cNvPr id="32" name="Shape 22"/>
          <p:cNvSpPr/>
          <p:nvPr/>
        </p:nvSpPr>
        <p:spPr>
          <a:xfrm>
            <a:off x="10378440" y="1645920"/>
            <a:ext cx="548640" cy="548640"/>
          </a:xfrm>
          <a:prstGeom prst="ellipse">
            <a:avLst/>
          </a:prstGeom>
          <a:solidFill>
            <a:srgbClr val="00A0DF"/>
          </a:solidFill>
          <a:ln/>
        </p:spPr>
      </p:sp>
      <p:sp>
        <p:nvSpPr>
          <p:cNvPr id="33" name="Text 23"/>
          <p:cNvSpPr/>
          <p:nvPr/>
        </p:nvSpPr>
        <p:spPr>
          <a:xfrm>
            <a:off x="103784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8440" y="2377440"/>
            <a:ext cx="502920" cy="50292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69264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969264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capture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.pcap files</a:t>
            </a:r>
            <a:endParaRPr lang="en-US" sz="1000" dirty="0"/>
          </a:p>
        </p:txBody>
      </p:sp>
      <p:sp>
        <p:nvSpPr>
          <p:cNvPr id="37" name="Shape 26"/>
          <p:cNvSpPr/>
          <p:nvPr/>
        </p:nvSpPr>
        <p:spPr>
          <a:xfrm>
            <a:off x="457200" y="4389120"/>
            <a:ext cx="11247120" cy="21031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8" name="Text 27"/>
          <p:cNvSpPr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for Best Results</a:t>
            </a:r>
            <a:endParaRPr lang="en-US" sz="1600" dirty="0"/>
          </a:p>
        </p:txBody>
      </p:sp>
      <p:sp>
        <p:nvSpPr>
          <p:cNvPr id="39" name="Text 28"/>
          <p:cNvSpPr/>
          <p:nvPr/>
        </p:nvSpPr>
        <p:spPr>
          <a:xfrm>
            <a:off x="731520" y="48463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Capture Info before starting capture - it cannot be changed mid-capture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Ctrl+F5 in browser if GUI changes are not visible after server restart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channels 65-221 are confirmed working. Other channels may fail depending on hardware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split at 100MB helps keep pcap files manageable for Wireshark 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every 3 seconds - check Duration and File Size to confirm capture is active</a:t>
            </a:r>
            <a:endParaRPr lang="en-US" sz="1100" dirty="0"/>
          </a:p>
        </p:txBody>
      </p:sp>
      <p:pic>
        <p:nvPicPr>
          <p:cNvPr id="40" name="Image 9" descr="/sessions/compassionate-nifty-hawking/brand_b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68328" y="0"/>
            <a:ext cx="393192" cy="685800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32688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NETGEAR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234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Connection Failed (red status bar)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0" y="1234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router IP correct? SSH key installed? Run: ssh root@192.168.1.1 manually to test.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48640" y="2039112"/>
            <a:ext cx="10972800" cy="0"/>
          </a:xfrm>
          <a:prstGeom prst="line">
            <a:avLst/>
          </a:prstGeom>
          <a:noFill/>
          <a:ln w="6350">
            <a:solidFill>
              <a:srgbClr val="EDF2F7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12848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not showing new features / layout broken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212848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83680" y="2167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Ctrl+F5 in browser to force reload. Browser may have cached old CSS/JS files.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548640" y="2971800"/>
            <a:ext cx="10972800" cy="0"/>
          </a:xfrm>
          <a:prstGeom prst="line">
            <a:avLst/>
          </a:prstGeom>
          <a:noFill/>
          <a:ln w="6350">
            <a:solidFill>
              <a:srgbClr val="EDF2F7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45536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3099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Config shows FAIL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145536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583680" y="309981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verification uses frequency parsing. Some channels may not apply due to DFS or hardware limits. Check console log for details.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548640" y="3904488"/>
            <a:ext cx="10972800" cy="0"/>
          </a:xfrm>
          <a:prstGeom prst="line">
            <a:avLst/>
          </a:prstGeom>
          <a:noFill/>
          <a:ln w="6350">
            <a:solidFill>
              <a:srgbClr val="EDF2F7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078224"/>
            <a:ext cx="228600" cy="2286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14400" y="40325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/ File Size not updating</a:t>
            </a:r>
            <a:endParaRPr lang="en-US" sz="11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4078224"/>
            <a:ext cx="228600" cy="2286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583680" y="40325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runs every 3 seconds. If still frozen, check WebSocket and polling status in browser console (F12).</a:t>
            </a:r>
            <a:endParaRPr lang="en-US" sz="1000" dirty="0"/>
          </a:p>
        </p:txBody>
      </p:sp>
      <p:sp>
        <p:nvSpPr>
          <p:cNvPr id="23" name="Shape 13"/>
          <p:cNvSpPr/>
          <p:nvPr/>
        </p:nvSpPr>
        <p:spPr>
          <a:xfrm>
            <a:off x="548640" y="4837176"/>
            <a:ext cx="10972800" cy="0"/>
          </a:xfrm>
          <a:prstGeom prst="line">
            <a:avLst/>
          </a:prstGeom>
          <a:noFill/>
          <a:ln w="6350">
            <a:solidFill>
              <a:srgbClr val="EDF2F7"/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5010912"/>
            <a:ext cx="228600" cy="2286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14400" y="4965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channel returns error -22</a:t>
            </a:r>
            <a:endParaRPr lang="en-US" sz="11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0" y="5010912"/>
            <a:ext cx="228600" cy="2286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583680" y="49651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6G channels work on all hardware. Channels 65-221 are confirmed. Channels 1-61, 225-233 may fail.</a:t>
            </a:r>
            <a:endParaRPr lang="en-US" sz="1000" dirty="0"/>
          </a:p>
        </p:txBody>
      </p:sp>
      <p:sp>
        <p:nvSpPr>
          <p:cNvPr id="28" name="Shape 16"/>
          <p:cNvSpPr/>
          <p:nvPr/>
        </p:nvSpPr>
        <p:spPr>
          <a:xfrm>
            <a:off x="548640" y="5769864"/>
            <a:ext cx="10972800" cy="0"/>
          </a:xfrm>
          <a:prstGeom prst="line">
            <a:avLst/>
          </a:prstGeom>
          <a:noFill/>
          <a:ln w="6350">
            <a:solidFill>
              <a:srgbClr val="EDF2F7"/>
            </a:solidFill>
            <a:prstDash val="solid"/>
          </a:ln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5943600"/>
            <a:ext cx="228600" cy="22860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914400" y="5897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files not downloading after Stop</a:t>
            </a:r>
            <a:endParaRPr lang="en-US" sz="11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7920" y="5943600"/>
            <a:ext cx="228600" cy="228600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6583680" y="5897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SCP connectivity. Files are on router at /tmp/. Manual download: scp root@192.168.1.1:/tmp/*.pcap .</a:t>
            </a:r>
            <a:endParaRPr lang="en-US" sz="1000" dirty="0"/>
          </a:p>
        </p:txBody>
      </p:sp>
      <p:pic>
        <p:nvPicPr>
          <p:cNvPr id="33" name="Image 12" descr="/sessions/compassionate-nifty-hawking/brand_ba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68328" y="0"/>
            <a:ext cx="393192" cy="6858000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932688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NETGEAR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846320" cy="6858000"/>
          </a:xfrm>
          <a:prstGeom prst="rect">
            <a:avLst/>
          </a:prstGeom>
          <a:solidFill>
            <a:srgbClr val="0066B2">
              <a:alpha val="50000"/>
            </a:srgbClr>
          </a:solidFill>
          <a:ln/>
        </p:spPr>
      </p:sp>
      <p:pic>
        <p:nvPicPr>
          <p:cNvPr id="3" name="Image 0" descr="/sessions/compassionate-nifty-hawking/netgea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0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Sniffer Web Control Panel v4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4572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questions or issues, contact the QA team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286000"/>
            <a:ext cx="1828800" cy="1828800"/>
          </a:xfrm>
          <a:prstGeom prst="rect">
            <a:avLst/>
          </a:prstGeom>
        </p:spPr>
      </p:pic>
      <p:pic>
        <p:nvPicPr>
          <p:cNvPr id="8" name="Image 2" descr="/sessions/compassionate-nifty-hawking/brand_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8328" y="0"/>
            <a:ext cx="393192" cy="6858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326880" y="6446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NETGEAR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 Sniffer v4 - User Guide</dc:title>
  <dc:subject>PptxGenJS Presentation</dc:subject>
  <dc:creator>NETGEAR</dc:creator>
  <cp:lastModifiedBy>NETGEAR</cp:lastModifiedBy>
  <cp:revision>1</cp:revision>
  <dcterms:created xsi:type="dcterms:W3CDTF">2026-04-06T05:04:12Z</dcterms:created>
  <dcterms:modified xsi:type="dcterms:W3CDTF">2026-04-06T05:04:12Z</dcterms:modified>
</cp:coreProperties>
</file>