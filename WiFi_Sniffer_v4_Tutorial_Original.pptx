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WiFi Sniffer Control Panel v4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&amp; Operation Guide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OpenWrt Monitor Mode Packet Capture System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560320" y="3794760"/>
            <a:ext cx="1188720" cy="320040"/>
          </a:xfrm>
          <a:prstGeom prst="rect">
            <a:avLst>
              <a:gd name="adj" fmla="val 14286"/>
            </a:avLst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560320" y="3794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GHz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977640" y="3794760"/>
            <a:ext cx="1188720" cy="320040"/>
          </a:xfrm>
          <a:prstGeom prst="rect">
            <a:avLst>
              <a:gd name="adj" fmla="val 14286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977640" y="3794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GHz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394960" y="3794760"/>
            <a:ext cx="1188720" cy="320040"/>
          </a:xfrm>
          <a:prstGeom prst="rect">
            <a:avLst>
              <a:gd name="adj" fmla="val 14286"/>
            </a:avLst>
          </a:prstGeom>
          <a:solidFill>
            <a:srgbClr val="A855F7">
              <a:alpha val="2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4960" y="3794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GHz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NETGEAR  |  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You'll Learn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3258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645920" y="13258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 &amp; Setup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645920" y="152704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need before getting started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74520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8288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645920" y="18288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&amp; First Launch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645920" y="20299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dependencies and start the application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77440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23317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645920" y="23317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Connection Setup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645920" y="253288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SSH access to OpenWrt router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880360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88720" y="28346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645920" y="28346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&amp; Channel Configuration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645920" y="30358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WiFi bands, channels, and bandwidth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383280"/>
            <a:ext cx="292608" cy="29260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88720" y="33375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1645920" y="33375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Workflow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1645920" y="353872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Start, monitor, and stop packet captures</a:t>
            </a:r>
            <a:endParaRPr lang="en-US" sz="1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886200"/>
            <a:ext cx="292608" cy="29260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188720" y="38404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18"/>
          <p:cNvSpPr/>
          <p:nvPr/>
        </p:nvSpPr>
        <p:spPr>
          <a:xfrm>
            <a:off x="1645920" y="38404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Info &amp; File Naming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1645920" y="404164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captures with product name and SW version</a:t>
            </a:r>
            <a:endParaRPr lang="en-US" sz="10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389120"/>
            <a:ext cx="292608" cy="29260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188720" y="43434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600" dirty="0"/>
          </a:p>
        </p:txBody>
      </p:sp>
      <p:sp>
        <p:nvSpPr>
          <p:cNvPr id="30" name="Text 21"/>
          <p:cNvSpPr/>
          <p:nvPr/>
        </p:nvSpPr>
        <p:spPr>
          <a:xfrm>
            <a:off x="1645920" y="43434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1400" dirty="0"/>
          </a:p>
        </p:txBody>
      </p:sp>
      <p:sp>
        <p:nvSpPr>
          <p:cNvPr id="31" name="Text 22"/>
          <p:cNvSpPr/>
          <p:nvPr/>
        </p:nvSpPr>
        <p:spPr>
          <a:xfrm>
            <a:off x="1645920" y="45445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issues and solutions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71600"/>
            <a:ext cx="34747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087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PC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914400" y="2011680"/>
            <a:ext cx="2926080" cy="320040"/>
          </a:xfrm>
          <a:prstGeom prst="rect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011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WiFi Sniffer v4 (Flask App)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914400" y="2423160"/>
            <a:ext cx="2926080" cy="320040"/>
          </a:xfrm>
          <a:prstGeom prst="rect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 Browser (localhost:5000)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14400" y="2834640"/>
            <a:ext cx="2926080" cy="320040"/>
          </a:xfrm>
          <a:prstGeom prst="rect">
            <a:avLst/>
          </a:prstGeom>
          <a:solidFill>
            <a:srgbClr val="22C55E">
              <a:alpha val="1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2834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Client (OpenSSH)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914400" y="3246120"/>
            <a:ext cx="2926080" cy="320040"/>
          </a:xfrm>
          <a:prstGeom prst="rect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3246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Downloads Folder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251960" y="2743200"/>
            <a:ext cx="6400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3"/>
          <p:cNvSpPr/>
          <p:nvPr/>
        </p:nvSpPr>
        <p:spPr>
          <a:xfrm>
            <a:off x="4206240" y="2423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029200" y="1371600"/>
            <a:ext cx="34747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50876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57784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OpenWrt Router (192.168.1.1)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5303520" y="2011680"/>
            <a:ext cx="2926080" cy="320040"/>
          </a:xfrm>
          <a:prstGeom prst="rect">
            <a:avLst/>
          </a:prstGeom>
          <a:solidFill>
            <a:srgbClr val="EF4444">
              <a:alpha val="1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303520" y="2011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tcpdump (Monitor Mode)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303520" y="2423160"/>
            <a:ext cx="2926080" cy="320040"/>
          </a:xfrm>
          <a:prstGeom prst="rect">
            <a:avLst/>
          </a:prstGeom>
          <a:solidFill>
            <a:srgbClr val="22C55E">
              <a:alpha val="1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303520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ath0 - 2.4 GHz Band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5303520" y="2834640"/>
            <a:ext cx="2926080" cy="320040"/>
          </a:xfrm>
          <a:prstGeom prst="rect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303520" y="2834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ath2 - 5 GHz Band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5303520" y="3246120"/>
            <a:ext cx="2926080" cy="320040"/>
          </a:xfrm>
          <a:prstGeom prst="rect">
            <a:avLst/>
          </a:prstGeom>
          <a:solidFill>
            <a:srgbClr val="A855F7">
              <a:alpha val="1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303520" y="3246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ath1 - 6 GHz Band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System Requirements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88720"/>
            <a:ext cx="37490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3258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PC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783080"/>
            <a:ext cx="182880" cy="182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737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10/11 (64-bit)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167128"/>
            <a:ext cx="182880" cy="182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21214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3.8+ installed</a:t>
            </a:r>
            <a:endParaRPr lang="en-US" sz="12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551176"/>
            <a:ext cx="182880" cy="1828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34440" y="25054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OpenSSH Client enabled</a:t>
            </a:r>
            <a:endParaRPr lang="en-US" sz="12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2935224"/>
            <a:ext cx="182880" cy="1828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234440" y="28895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connection to router</a:t>
            </a:r>
            <a:endParaRPr lang="en-US" sz="12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3319272"/>
            <a:ext cx="182880" cy="18288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234440" y="32735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Packages: flask, flask-socketio</a:t>
            </a:r>
            <a:endParaRPr lang="en-US" sz="1200" dirty="0"/>
          </a:p>
        </p:txBody>
      </p:sp>
      <p:sp>
        <p:nvSpPr>
          <p:cNvPr id="17" name="Shape 9"/>
          <p:cNvSpPr/>
          <p:nvPr/>
        </p:nvSpPr>
        <p:spPr>
          <a:xfrm>
            <a:off x="4754880" y="1188720"/>
            <a:ext cx="37490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1325880"/>
            <a:ext cx="274320" cy="27432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34924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OpenWrt Router</a:t>
            </a:r>
            <a:endParaRPr lang="en-US" sz="150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4920" y="1783080"/>
            <a:ext cx="182880" cy="18288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349240" y="1737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OpenWrt firmware</a:t>
            </a:r>
            <a:endParaRPr lang="en-US" sz="120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74920" y="2167128"/>
            <a:ext cx="182880" cy="18288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5349240" y="21214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SSH/Dropbear enabled</a:t>
            </a:r>
            <a:endParaRPr lang="en-US" sz="1200" dirty="0"/>
          </a:p>
        </p:txBody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74920" y="2551176"/>
            <a:ext cx="182880" cy="182880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5349240" y="25054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tcpdump installed</a:t>
            </a:r>
            <a:endParaRPr lang="en-US" sz="1200" dirty="0"/>
          </a:p>
        </p:txBody>
      </p:sp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74920" y="2935224"/>
            <a:ext cx="182880" cy="182880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5349240" y="28895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IP: 192.168.1.1 (default)</a:t>
            </a:r>
            <a:endParaRPr lang="en-US" sz="1200" dirty="0"/>
          </a:p>
        </p:txBody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74920" y="3319272"/>
            <a:ext cx="182880" cy="18288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5349240" y="32735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mode capable WiFi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Installation &amp; First Launch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80160" y="1143000"/>
            <a:ext cx="7315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80160" y="1143000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2801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20240" y="1161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/ Copy Project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920240" y="14447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wifi_sniffer_v4/ folder to your PC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1520" y="1938528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280160" y="1892808"/>
            <a:ext cx="7315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280160" y="1892808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2029968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920240" y="19110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Dependencies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920240" y="2194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flask flask-socketio eventlet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31520" y="2688336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5"/>
          <p:cNvSpPr/>
          <p:nvPr/>
        </p:nvSpPr>
        <p:spPr>
          <a:xfrm>
            <a:off x="731520" y="2688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1280160" y="2642616"/>
            <a:ext cx="7315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1280160" y="2642616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2779776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920240" y="26609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SSH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1920240" y="29443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root@192.168.1.1  (must connect without prompt)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731520" y="3438144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6" name="Text 21"/>
          <p:cNvSpPr/>
          <p:nvPr/>
        </p:nvSpPr>
        <p:spPr>
          <a:xfrm>
            <a:off x="731520" y="3438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1280160" y="3392424"/>
            <a:ext cx="7315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1280160" y="3392424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60" y="3529584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920240" y="3410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Application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1920240" y="36941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run_v4.py  or  run v4.exe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731520" y="4187952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3" name="Text 27"/>
          <p:cNvSpPr/>
          <p:nvPr/>
        </p:nvSpPr>
        <p:spPr>
          <a:xfrm>
            <a:off x="731520" y="4187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Shape 28"/>
          <p:cNvSpPr/>
          <p:nvPr/>
        </p:nvSpPr>
        <p:spPr>
          <a:xfrm>
            <a:off x="1280160" y="4142232"/>
            <a:ext cx="7315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1280160" y="4142232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8760" y="4279392"/>
            <a:ext cx="274320" cy="27432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92024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Browser</a:t>
            </a:r>
            <a:endParaRPr lang="en-US" sz="1400" dirty="0"/>
          </a:p>
        </p:txBody>
      </p:sp>
      <p:sp>
        <p:nvSpPr>
          <p:cNvPr id="38" name="Text 31"/>
          <p:cNvSpPr/>
          <p:nvPr/>
        </p:nvSpPr>
        <p:spPr>
          <a:xfrm>
            <a:off x="1920240" y="44439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 to http://127.0.0.1:5000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SSH Connection Setup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88720"/>
            <a:ext cx="7863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280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Key-Based Authentication (Recommended)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73152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9164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1:  ssh-keygen -t ed25519                          # Generate key pair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2:  type %USERPROFILE%\.ssh\id_ed25519.pub | ssh root@192.168.1.1 "cat &gt;&gt; /etc/dropbear/authorized_keys"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3:  ssh root@192.168.1.1                           # Verify no password prompt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7863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0632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3063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Checklist</a:t>
            </a:r>
            <a:endParaRPr lang="en-US" sz="16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474720"/>
            <a:ext cx="164592" cy="1645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3429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OpenSSH is available:  where ssh  returns a path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794760"/>
            <a:ext cx="164592" cy="1645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749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Key-based login works:  ssh root@192.168.1.1  connects without password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114800"/>
            <a:ext cx="164592" cy="16459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80160" y="40690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 has tcpdump:  ssh root@192.168.1.1 which tcpdump  returns /usr/sbin/tcpdump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Interface &amp; Channel Configuration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Interface Mapping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78638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2103120"/>
                <a:gridCol w="30175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Bandwidths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 GHz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ath0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1 - 14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HT20, HT40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GHz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ath2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36 - 165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EHT20 - EHT160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85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GHz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ath1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1 - 233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EHT20 - EHT320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Configure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77240" y="3630168"/>
            <a:ext cx="256032" cy="25603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36301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8872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Channel and Bandwidth for each band from the dropdowns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3977640"/>
            <a:ext cx="256032" cy="25603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3977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88720" y="39593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"Apply" next to each band to stage the configuration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77240" y="4325112"/>
            <a:ext cx="256032" cy="25603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43251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88720" y="43068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"Apply Config &amp; Restart WiFi" to commit all changes to the router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77240" y="4672584"/>
            <a:ext cx="256032" cy="25603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4672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88720" y="46542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WiFi restart to complete (the modal will show progress)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Capture Workflow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1920240" cy="54864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3716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21945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Capture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468880" y="1828800"/>
            <a:ext cx="3657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7"/>
          <p:cNvSpPr/>
          <p:nvPr/>
        </p:nvSpPr>
        <p:spPr>
          <a:xfrm>
            <a:off x="2514600" y="118872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14600" y="1188720"/>
            <a:ext cx="1920240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37160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1460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MONITOR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514600" y="21945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Status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26280" y="1828800"/>
            <a:ext cx="3657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Shape 12"/>
          <p:cNvSpPr/>
          <p:nvPr/>
        </p:nvSpPr>
        <p:spPr>
          <a:xfrm>
            <a:off x="4572000" y="118872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0" y="1188720"/>
            <a:ext cx="1920240" cy="54864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37160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57200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STOP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572000" y="21945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Capture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583680" y="1828800"/>
            <a:ext cx="3657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Shape 17"/>
          <p:cNvSpPr/>
          <p:nvPr/>
        </p:nvSpPr>
        <p:spPr>
          <a:xfrm>
            <a:off x="6629400" y="118872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629400" y="1188720"/>
            <a:ext cx="192024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37160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62940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DOWNLOAD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6629400" y="21945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.pcap Files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640080" y="2926080"/>
            <a:ext cx="78638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822960" y="3063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Band: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2103120" y="30632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"Start" on any band card (2.4G / 5G / 6G) to begin capture on that band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822960" y="34107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Bands: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2103120" y="341071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"Start All Captures" to capture on all three bands simultaneously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822960" y="37581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Monitor: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2103120" y="375818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file size and duration update every 5 seconds via WebSocket or polling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822960" y="41056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Single: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2103120" y="410565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"Stop &amp; Save" on a band card to stop that band and download the .pcap file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822960" y="44531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All: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2103120" y="445312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"Stop All &amp; Download" to stop all bands and download all .pcap files at once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 Product Info &amp; File Naming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411480"/>
            <a:ext cx="822960" cy="3200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0" y="4114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143000"/>
            <a:ext cx="78638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2801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Info Fields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164592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Capture Info section lets you tag your captures with a </a:t>
            </a:r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Version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These values are included in the downloaded .pcap filename for easy identification.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2514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Filename Format Examples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2880360"/>
            <a:ext cx="7863840" cy="411480"/>
          </a:xfrm>
          <a:prstGeom prst="rect">
            <a:avLst/>
          </a:prstGeom>
          <a:solidFill>
            <a:srgbClr val="A855F7">
              <a:alpha val="8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880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+ SW Version filled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840480" y="2880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RAX50_V1.0.3.120_5G_sniffer_20260405_143022.pcap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40080" y="3355848"/>
            <a:ext cx="7863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5584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 only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840480" y="33558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WAX620_2G_sniffer_20260405_143022.pcap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40080" y="3831336"/>
            <a:ext cx="7863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3133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 Version only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840480" y="383133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FW2.1_6G_sniffer_20260405_143022.pcap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40080" y="4306824"/>
            <a:ext cx="7863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2960" y="430682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fields empty (backward compatible)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840480" y="430682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5G_sniffer_20260405_143022.pcap</a:t>
            </a:r>
            <a:endParaRPr lang="en-US" sz="10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572000"/>
            <a:ext cx="182880" cy="1828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51560" y="4526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are auto-saved to config.json and restored on next launch. Allowed characters: A-Z, a-z, 0-9, dot, underscore, hyphen (max 30 chars).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Advanced Settings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88720"/>
            <a:ext cx="3749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3258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Split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173736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large capture files by size.
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Options: 50, 100, 200, 500 MB or 1 GB
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enabled, files are named: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{prefix}_sniffer_timestamp_part001.pcap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188720"/>
            <a:ext cx="3749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32588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4924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Sync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983480" y="173736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Auto-syncs router time with PC
before first capture.
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sync available via the
Sync button in the status bar.
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.pcap timestamps match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PC clock for accurate analysis.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3977640"/>
            <a:ext cx="7863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096512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4069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Configuration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68680" y="4389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settings are saved to  ~/.wifi_sniffer/config.json  and automatically restored on next launch.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  Troubleshooting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23444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1155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connection fails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88720" y="135331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"where ssh" to check OpenSSH. Enable via Settings &gt; Apps &gt; Optional Features &gt; OpenSSH Client.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173736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7452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17556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reach router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188720" y="19933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PC is on the same network. Ping 192.168.1.1. Check router power and Ethernet/WiFi.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237744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5146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2395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tcpdump not found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188720" y="263347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into router and run "opkg install tcpdump" to install the packet capture tool.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" y="301752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15468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88720" y="30358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capture files downloaded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188720" y="327355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that capture was actually started (status shows CAPTURING). Verify SSH stays connected during capture.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40080" y="3657600"/>
            <a:ext cx="7863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40080" y="365760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794760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88720" y="36758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not connecting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1188720" y="391363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falls back to HTTP polling automatically. This is normal in EXE mode. Functionality is not affected.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0080" y="429768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434840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188720" y="43159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interface mapping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1188720" y="455371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"Detect" in the status bar to auto-detect interfaces via iwconfig frequency analysis.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Quick Reference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43000"/>
          <a:ext cx="7863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5778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UI URL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http://127.0.0.1:5000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 SSH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ssh root@192.168.1.1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Download Folder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~/Downloads/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 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~/.wifi_sniffer/config.json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Command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 run_v4.py  or  v4.exe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Filename Format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{Product}_{SWVer}_{Band}_sniffer_{timestamp}.pcap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886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Operations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4251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All Captures  -  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383280" y="42519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toolbar green button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22960" y="44805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All &amp; Download  -  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383280" y="44805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toolbar red button (with confirmation)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" y="47091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Config &amp; Restart WiFi  -  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383280" y="47091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toolbar gear button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22960" y="49377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Connection  -  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383280" y="49377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connection status indicator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09728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 to Capture!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application, configure your bands, and start capturing.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Click the connection status dot for built-in diagnostics.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Sniffer Control Panel v4  |  NETGEAR  |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WiFi Sniffer Control Panel v4 - Tutorial Guide</dc:title>
  <dc:subject>PptxGenJS Presentation</dc:subject>
  <dc:creator>NETGEAR WiFi Team</dc:creator>
  <cp:lastModifiedBy>NETGEAR WiFi Team</cp:lastModifiedBy>
  <cp:revision>1</cp:revision>
  <dcterms:created xsi:type="dcterms:W3CDTF">2026-04-06T05:04:06Z</dcterms:created>
  <dcterms:modified xsi:type="dcterms:W3CDTF">2026-04-06T05:04:06Z</dcterms:modified>
</cp:coreProperties>
</file>