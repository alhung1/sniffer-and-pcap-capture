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WiFi Sniffer Control Panel v4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&amp; Operation Guide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Monitor Mode Packet Capture System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60320" y="3794760"/>
            <a:ext cx="1188720" cy="320040"/>
          </a:xfrm>
          <a:prstGeom prst="rect">
            <a:avLst>
              <a:gd name="adj" fmla="val 14286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77640" y="3794760"/>
            <a:ext cx="1188720" cy="320040"/>
          </a:xfrm>
          <a:prstGeom prst="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7764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GHz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3794760"/>
            <a:ext cx="1188720" cy="320040"/>
          </a:xfrm>
          <a:prstGeom prst="rect">
            <a:avLst>
              <a:gd name="adj" fmla="val 14286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GHz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1325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&amp; Setup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1527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before getting started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45920" y="1828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First Launch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45920" y="2029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 and start the application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645920" y="2331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Connection Setup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45920" y="2532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SSH access to OpenWrt router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803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645920" y="2834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Channel Configuration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45920" y="30358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WiFi bands, channels, and bandwidth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8328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337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645920" y="3337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Workflow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645920" y="3538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monitor, and stop packet captures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86200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8720" y="3840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1645920" y="3840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 &amp; File Naming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645920" y="40416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captures with product name and SW version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8912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88720" y="4343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1645920" y="4343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1645920" y="45445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and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011680"/>
            <a:ext cx="2926080" cy="32004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 Sniffer v4 (Flask App)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Browser (localhost:5000)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2834640"/>
            <a:ext cx="2926080" cy="320040"/>
          </a:xfrm>
          <a:prstGeom prst="rect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Client (OpenSSH)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3246120"/>
            <a:ext cx="292608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Downloads Folder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51960" y="2743200"/>
            <a:ext cx="6400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420624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78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Router (192.168.1.1)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303520" y="2011680"/>
            <a:ext cx="2926080" cy="32004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0352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(Monitor Mode)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303520" y="2423160"/>
            <a:ext cx="2926080" cy="320040"/>
          </a:xfrm>
          <a:prstGeom prst="rect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035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ath0 - 2.4 GHz Band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303520" y="2834640"/>
            <a:ext cx="2926080" cy="32004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0352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ath2 - 5 GHz Band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303520" y="3246120"/>
            <a:ext cx="2926080" cy="320040"/>
          </a:xfrm>
          <a:prstGeom prst="rect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35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ath1 - 6 GHz Band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System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830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(64-bit)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6712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installed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55117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Client enabled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35224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connection to router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19272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Packages: flask, flask-socketio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32588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3492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Router</a:t>
            </a:r>
            <a:endParaRPr lang="en-US" sz="15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783080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3492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firmware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167128"/>
            <a:ext cx="182880" cy="1828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34924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SSH/Dropbear enabled</a:t>
            </a:r>
            <a:endParaRPr lang="en-US" sz="12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2551176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34924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installed</a:t>
            </a:r>
            <a:endParaRPr lang="en-US" sz="12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2935224"/>
            <a:ext cx="182880" cy="18288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34924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192.168.1.1 (default)</a:t>
            </a:r>
            <a:endParaRPr lang="en-US" sz="12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319272"/>
            <a:ext cx="182880" cy="18288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34924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 capable WiFi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Installation &amp; First Launch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114300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1430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Copy Project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20240" y="1444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wifi_sniffer_v4/ folder to your PC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193852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80160" y="1892808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280160" y="1892808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0299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92024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 flask-socketio eventlet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2688336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280160" y="2642616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280160" y="2642616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77977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SSH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920240" y="2944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root@192.168.1.1  (must connect without prompt)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1520" y="343814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1"/>
          <p:cNvSpPr/>
          <p:nvPr/>
        </p:nvSpPr>
        <p:spPr>
          <a:xfrm>
            <a:off x="7315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280160" y="3392424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280160" y="3392424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529584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92024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Application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920240" y="3694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run_v4.py  or  run v4.exe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27"/>
          <p:cNvSpPr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280160" y="4142232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280160" y="4142232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4279392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9202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1920240" y="44439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http://127.0.0.1:5000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SSH Connection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Key-Based Authentication (Recommended)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 ssh-keygen -t ed25519                          # Generate key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 type %USERPROFILE%\.ssh\id_ed25519.pub | ssh root@192.168.1.1 "cat &gt;&gt; /etc/dropbear/authorized_keys"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 ssh root@192.168.1.1                           # Verify no password prompt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7863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63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Checklist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4747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OpenSSH is available:  where ssh  returns a path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9476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Key-based login works:  ssh root@192.168.1.1  connects without password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1480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has tcpdump:  ssh root@192.168.1.1 which tcpdump  returns /usr/sbin/tcpdump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Interface &amp; Channel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Interface Mapping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10312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ath0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HT20, HT40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ath2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36 - 165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EHT20 - EHT160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ath1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EHT20 - EHT320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Configure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363016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Channel and Bandwidth for each band from the dropdowns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977640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"Apply" next to each band to stage the configuration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32511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4306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"Apply Config &amp; Restart WiFi" to commit all changes to the router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4672584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46542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WiFi restart to complete (the modal will show progress)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Capture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Capture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828800"/>
            <a:ext cx="365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5146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8872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5146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26280" y="1828800"/>
            <a:ext cx="365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118872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Capture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583680" y="1828800"/>
            <a:ext cx="365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7"/>
          <p:cNvSpPr/>
          <p:nvPr/>
        </p:nvSpPr>
        <p:spPr>
          <a:xfrm>
            <a:off x="66294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29400" y="11887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94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DOWNLOAD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6294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.pcap Files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0080" y="2926080"/>
            <a:ext cx="7863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229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Band: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103120" y="3063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"Start" on any band card (2.4G / 5G / 6G) to begin capture on that band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Bands: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2103120" y="34107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"Start All Captures" to capture on all three bands simultaneously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22960" y="3758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103120" y="37581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file size and duration update every 5 seconds via WebSocket or polling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22960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Single: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2103120" y="41056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"Stop &amp; Save" on a band card to stop that band and download the .pcap file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22960" y="4453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All: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2103120" y="44531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"Stop All &amp; Download" to stop all bands and download all .pcap files at once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Product Info &amp; File Naming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411480"/>
            <a:ext cx="822960" cy="320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411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7863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Info Fields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1645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 Info section lets you tag your captures with a </a:t>
            </a:r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Version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These values are included in the downloaded .pcap filename for easy identification.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Format Examples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SW Version filled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RAX50_V1.0.3.120_5G_sniffer_20260405_143022.pcap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3355848"/>
            <a:ext cx="7863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558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only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0" y="3355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WAX620_2G_sniffer_20260405_143022.pcap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831336"/>
            <a:ext cx="7863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31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Version only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40480" y="38313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FW2.1_6G_sniffer_20260405_143022.pcap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4306824"/>
            <a:ext cx="7863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3068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fields empty (backward compatible)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0" y="43068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5G_sniffer_20260405_143022.pcap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5156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auto-saved to config.json and restored on next launch. Allowed characters: A-Z, a-z, 0-9, dot, underscore, hyphen (max 30 chars).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Settings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Split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capture files by size.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50, 100, 200, 500 MB or 1 GB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enabled, files are named: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{prefix}_sniffer_timestamp_part001.pcap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1737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 router time with PC
before first capture.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sync available via the
Sync button in the status bar.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.pcap timestamps match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PC clock for accurate analysis.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965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Configuration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686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settings are saved to  ~/.wifi_sniffer/config.json  and automatically restored on next launch.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Troubleshooting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connection fails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8720" y="1353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"where ssh" to check OpenSSH. Enable via Settings &gt; Apps &gt; Optional Features &gt; OpenSSH Client.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7373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755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reach router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88720" y="19933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PC is on the same network. Ping 192.168.1.1. Check router power and Ethernet/WiFi.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3774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146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not found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88720" y="26334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router and run "opkg install tcpdump" to install the packet capture tool.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0175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546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035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capture files downloaded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88720" y="32735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capture was actually started (status shows CAPTURING). Verify SSH stays connected during capture.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6576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947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not connecting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88720" y="39136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falls back to HTTP polling automatically. This is normal in EXE mode. Functionality is not affected.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" y="42976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43484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8872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interface mapping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188720" y="45537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"Detect" in the status bar to auto-detect interfaces via iwconfig frequency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http://127.0.0.1:5000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ssh root@192.168.1.1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~/Downloads/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~/.wifi_sniffer/config.json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run_v4.py  or  v4.exe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{Product}_{SWVer}_{Band}_sniffer_{timestamp}.pcap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251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Captures  -  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383280" y="4251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toolbar green button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4480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 &amp; Download  -  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83280" y="4480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toolbar red button (with confirmation)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709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Config &amp; Restart WiFi  -  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4709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toolbar gear button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Connection  - 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4937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connection status indicator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Capture!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application, configure your bands, and start capturing.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Click the connection status dot for built-in diagnostics.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Sniffer Control Panel v4  |  NETGEAR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Sniffer Control Panel v4 - Tutorial Guide</dc:title>
  <dc:subject>PptxGenJS Presentation</dc:subject>
  <dc:creator>NETGEAR WiFi Team</dc:creator>
  <cp:lastModifiedBy>NETGEAR WiFi Team</cp:lastModifiedBy>
  <cp:revision>1</cp:revision>
  <dcterms:created xsi:type="dcterms:W3CDTF">2026-04-06T05:04:17Z</dcterms:created>
  <dcterms:modified xsi:type="dcterms:W3CDTF">2026-04-06T05:04:17Z</dcterms:modified>
</cp:coreProperties>
</file>